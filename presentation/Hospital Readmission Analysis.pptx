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9144000"/>
  <p:embeddedFontLs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E9C657-8BFA-47BF-BE75-A32853D3242D}">
  <a:tblStyle styleId="{A5E9C657-8BFA-47BF-BE75-A32853D3242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67" y="71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8923" y="3888712"/>
            <a:ext cx="3878664" cy="318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5287" y="4577506"/>
            <a:ext cx="37814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020490" y="1708844"/>
            <a:ext cx="8151018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Hospital Readmission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 &amp; Patient Outcomes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66925" y="3407866"/>
            <a:ext cx="80581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Comprehensive Analysis of Diabetic Patient Data &amp; Risk Modeling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33637"/>
            <a:ext cx="34924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33637"/>
            <a:ext cx="3492549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433637"/>
            <a:ext cx="349240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14400" y="3490912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Structure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14400" y="4005262"/>
            <a:ext cx="2806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1. Front Page &amp; Agenda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2. Problem Statement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3. Methodology &amp; Tools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692550" y="3490912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Technical Depth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92550" y="4005262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4. Power BI Dashboard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5. Random Forest Model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6. Model Performance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70850" y="3490912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Outcomes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70850" y="4005262"/>
            <a:ext cx="2806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7. Predictor Analysis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8. Actionable Insights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9. Project Conclusion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8527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92550" y="28527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70850" y="28527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Presentation Guidelines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0048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19431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The Clinical Challenge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2457450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Hospital readmissions within 30 days significantly impact both patient health and healthcare costs. Identifying high-risk patients during initial treatment is crucial for survival and resource efficiency.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38671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Reducing 30-day readmission penalties.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431482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Enhancing care quality for diabetic patients.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52500" y="47625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Predicting risk using clinical features.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195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672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148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9312"/>
            <a:ext cx="3492400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119312"/>
            <a:ext cx="3492549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119312"/>
            <a:ext cx="3492400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914400" y="3176587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Preprocessing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14400" y="3690937"/>
            <a:ext cx="2806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Cleaning 101k+ records. Dropped high-null columns (Weight, Payer Code). Handled '?' as NaN values.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692550" y="3176587"/>
            <a:ext cx="2947087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692550" y="4014787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Categorized 700+ diagnosis codes. Created binary 'Readmission Risk' target variable for ML.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470850" y="3176587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EDA Approach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470850" y="3690937"/>
            <a:ext cx="2806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Visualized risk distribution across age groups, diagnosis categories, and medication counts.</a:t>
            </a:r>
            <a:endParaRPr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5384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92550" y="25384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70850" y="25384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Analysis Methodology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Power BI Clinical Dashboard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942806-8975-2567-EB3B-F61D2C85E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04" y="1238250"/>
            <a:ext cx="10602791" cy="5600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81237"/>
            <a:ext cx="3492400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281237"/>
            <a:ext cx="3492549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281237"/>
            <a:ext cx="3492400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914400" y="3338512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Python Stack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914400" y="3852862"/>
            <a:ext cx="2806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Pandas for data wrangling, Seaborn for EDA, and Scikit-learn for modeling.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4692550" y="3338512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Data Storage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4692550" y="3852862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SQLite3 integrated for relational querying and temporary in-memory data processing.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470850" y="3338512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Visualization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470850" y="3852862"/>
            <a:ext cx="2806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Matplotlib for static plots and Power BI for dynamic executive reporting.</a:t>
            </a:r>
            <a:endParaRPr/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7003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92550" y="27003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70850" y="27003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Tools &amp; Technology Stack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3100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52625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6334125" y="19431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Ensemble Learning Method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334125" y="24574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powerful predictive algorithm that utilizes an ensemble of multiple decision trees to produce more accurate and stable predictions.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715125" y="35623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Forest Construction: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Trains 100+ individual decision trees.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715125" y="431482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Randomness: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Uses random subsets of features to prevent overfitting.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715125" y="50673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Voting: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Final prediction is based on the majority vote of all trees.</a:t>
            </a:r>
            <a:endParaRPr/>
          </a:p>
        </p:txBody>
      </p:sp>
      <p:pic>
        <p:nvPicPr>
          <p:cNvPr id="189" name="Google Shape;18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6147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43672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51196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Model: Random Forest Classifier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9" name="Google Shape;199;p20"/>
          <p:cNvGraphicFramePr/>
          <p:nvPr/>
        </p:nvGraphicFramePr>
        <p:xfrm>
          <a:off x="6334125" y="2686050"/>
          <a:ext cx="5286375" cy="2705125"/>
        </p:xfrm>
        <a:graphic>
          <a:graphicData uri="http://schemas.openxmlformats.org/drawingml/2006/table">
            <a:tbl>
              <a:tblPr firstRow="1" bandRow="1">
                <a:noFill/>
                <a:tableStyleId>{A5E9C657-8BFA-47BF-BE75-A32853D3242D}</a:tableStyleId>
              </a:tblPr>
              <a:tblGrid>
                <a:gridCol w="260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Weighted Avg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Precision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0.83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Recall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0.91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F1-Score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0.87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Support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14,302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0" name="Google Shape;200;p20"/>
          <p:cNvSpPr txBox="1"/>
          <p:nvPr/>
        </p:nvSpPr>
        <p:spPr>
          <a:xfrm>
            <a:off x="571500" y="3214687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06B6D4"/>
                </a:solidFill>
                <a:latin typeface="Open Sans"/>
                <a:ea typeface="Open Sans"/>
                <a:cs typeface="Open Sans"/>
                <a:sym typeface="Open Sans"/>
              </a:rPr>
              <a:t>91%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4357687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1B4B"/>
                </a:solidFill>
                <a:latin typeface="Open Sans"/>
                <a:ea typeface="Open Sans"/>
                <a:cs typeface="Open Sans"/>
                <a:sym typeface="Open Sans"/>
              </a:rPr>
              <a:t>Overall Accuracy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6334125" y="3805237"/>
            <a:ext cx="2609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8943379" y="3805237"/>
            <a:ext cx="26771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6334125" y="4329112"/>
            <a:ext cx="2609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8943379" y="4329112"/>
            <a:ext cx="26771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6334125" y="4852987"/>
            <a:ext cx="2609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8943379" y="4852987"/>
            <a:ext cx="26771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6334125" y="5376862"/>
            <a:ext cx="2609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8943379" y="5376862"/>
            <a:ext cx="26771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Model Performance Report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19375"/>
            <a:ext cx="349240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619375"/>
            <a:ext cx="3492549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619375"/>
            <a:ext cx="349240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914400" y="2962275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High Risk Profiling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914400" y="3476625"/>
            <a:ext cx="2806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Prioritize patients in the [70-80) age group and those with &gt;20 medications for comprehensive discharge planning.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4692550" y="2962275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Care Extension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4692550" y="3476625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Focus resources on 'Circulatory' diagnosis patients, as data shows they are more prone to frequent readmission.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8470850" y="2962275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Resource Opt.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8470850" y="3476625"/>
            <a:ext cx="2806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Utilize the 91% accuracy model to flag high-risk admissions early, allowing for proactive clinical intervention.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Actionable Clinical Insights</a:t>
            </a:r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952500" y="19431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Data Quality: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Successfully processed 71,509 unique patient records.</a:t>
            </a:r>
            <a:endParaRPr dirty="0"/>
          </a:p>
        </p:txBody>
      </p:sp>
      <p:sp>
        <p:nvSpPr>
          <p:cNvPr id="259" name="Google Shape;259;p23"/>
          <p:cNvSpPr txBox="1"/>
          <p:nvPr/>
        </p:nvSpPr>
        <p:spPr>
          <a:xfrm>
            <a:off x="952500" y="26955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Prediction: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Achieved a high 91% accuracy rate for patient risk classification.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952500" y="34480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Strategic Value: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Identified Lab Procedures and Medication Count as top clinical risk factors.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952500" y="420052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Next Steps: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Integration of the Random Forest model into hospital EMS systems for real-time alerting.</a:t>
            </a:r>
            <a:endParaRPr dirty="0"/>
          </a:p>
        </p:txBody>
      </p:sp>
      <p:pic>
        <p:nvPicPr>
          <p:cNvPr id="262" name="Google Shape;26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954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479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00437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2529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rPr>
              <a:t>Project Conclusion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571500" y="118110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 txBox="1"/>
          <p:nvPr/>
        </p:nvSpPr>
        <p:spPr>
          <a:xfrm>
            <a:off x="3436536" y="2333629"/>
            <a:ext cx="5044273" cy="91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1E1B4B"/>
                </a:solidFill>
                <a:latin typeface="Montserrat"/>
                <a:sym typeface="Montserrat"/>
              </a:rPr>
              <a:t>Thank YOU!</a:t>
            </a:r>
            <a:endParaRPr dirty="0"/>
          </a:p>
        </p:txBody>
      </p:sp>
      <p:sp>
        <p:nvSpPr>
          <p:cNvPr id="274" name="Google Shape;274;p24"/>
          <p:cNvSpPr txBox="1"/>
          <p:nvPr/>
        </p:nvSpPr>
        <p:spPr>
          <a:xfrm>
            <a:off x="2867025" y="3873698"/>
            <a:ext cx="64579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Hospital Readmission and Patient Outcome Analysis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4114800" y="4948088"/>
            <a:ext cx="396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Analytical Solution Portfolio | diabetic_data_analysis.py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461</Words>
  <Application>Microsoft Office PowerPoint</Application>
  <PresentationFormat>Widescreen</PresentationFormat>
  <Paragraphs>64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Montserrat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Yashitha</dc:creator>
  <cp:lastModifiedBy>Manasa NS</cp:lastModifiedBy>
  <cp:revision>3</cp:revision>
  <dcterms:modified xsi:type="dcterms:W3CDTF">2026-05-09T03:51:04Z</dcterms:modified>
</cp:coreProperties>
</file>